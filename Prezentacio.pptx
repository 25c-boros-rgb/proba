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fd0029ac954fbf" /><Relationship Type="http://schemas.openxmlformats.org/officeDocument/2006/relationships/extended-properties" Target="/docProps/app.xml" Id="Rb06fb696ee614fd9" /><Relationship Type="http://schemas.openxmlformats.org/officeDocument/2006/relationships/officeDocument" Target="/ppt/presentation.xml" Id="R909a5bee853a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ec2fb778224575"/>
  </p:sldMasterIdLst>
  <p:notesMasterIdLst>
    <p:notesMasterId xmlns:r="http://schemas.openxmlformats.org/officeDocument/2006/relationships" r:id="R2d93ef64631f4c0c"/>
  </p:notesMasterIdLst>
  <p:sldIdLst>
    <p:sldId xmlns:r="http://schemas.openxmlformats.org/officeDocument/2006/relationships" id="256" r:id="R11926ab17eed4c6e"/>
    <p:sldId xmlns:r="http://schemas.openxmlformats.org/officeDocument/2006/relationships" id="257" r:id="R9036bd7d286a413c"/>
    <p:sldId xmlns:r="http://schemas.openxmlformats.org/officeDocument/2006/relationships" id="258" r:id="R584964397d714e91"/>
    <p:sldId xmlns:r="http://schemas.openxmlformats.org/officeDocument/2006/relationships" id="259" r:id="Ra98067b4a9ef4360"/>
    <p:sldId xmlns:r="http://schemas.openxmlformats.org/officeDocument/2006/relationships" id="260" r:id="R1dbb21ccac084bbd"/>
    <p:sldId xmlns:r="http://schemas.openxmlformats.org/officeDocument/2006/relationships" id="261" r:id="Raf76c68846f04633"/>
    <p:sldId xmlns:r="http://schemas.openxmlformats.org/officeDocument/2006/relationships" id="262" r:id="Re81e4290d26c4111"/>
    <p:sldId xmlns:r="http://schemas.openxmlformats.org/officeDocument/2006/relationships" id="263" r:id="R95fc8589c05e48da"/>
    <p:sldId xmlns:r="http://schemas.openxmlformats.org/officeDocument/2006/relationships" id="264" r:id="Rf3682ad1a34c4149"/>
    <p:sldId xmlns:r="http://schemas.openxmlformats.org/officeDocument/2006/relationships" id="265" r:id="R3416336649cd40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02f571fd524879" /><Relationship Type="http://schemas.openxmlformats.org/officeDocument/2006/relationships/slideMaster" Target="/ppt/slideMasters/slideMaster1.xml" Id="Rf9ec2fb778224575" /><Relationship Type="http://schemas.openxmlformats.org/officeDocument/2006/relationships/notesMaster" Target="/ppt/notesMasters/notesMaster1.xml" Id="R2d93ef64631f4c0c" /><Relationship Type="http://schemas.openxmlformats.org/officeDocument/2006/relationships/presProps" Target="/ppt/presProps.xml" Id="R8ff1f823dd0c45c1" /><Relationship Type="http://schemas.openxmlformats.org/officeDocument/2006/relationships/tableStyles" Target="/ppt/tableStyles.xml" Id="Re33da019d24c46c3" /><Relationship Type="http://schemas.openxmlformats.org/officeDocument/2006/relationships/slide" Target="/ppt/slides/slide1.xml" Id="R11926ab17eed4c6e" /><Relationship Type="http://schemas.openxmlformats.org/officeDocument/2006/relationships/slide" Target="/ppt/slides/slide2.xml" Id="R9036bd7d286a413c" /><Relationship Type="http://schemas.openxmlformats.org/officeDocument/2006/relationships/slide" Target="/ppt/slides/slide3.xml" Id="R584964397d714e91" /><Relationship Type="http://schemas.openxmlformats.org/officeDocument/2006/relationships/slide" Target="/ppt/slides/slide4.xml" Id="Ra98067b4a9ef4360" /><Relationship Type="http://schemas.openxmlformats.org/officeDocument/2006/relationships/slide" Target="/ppt/slides/slide5.xml" Id="R1dbb21ccac084bbd" /><Relationship Type="http://schemas.openxmlformats.org/officeDocument/2006/relationships/slide" Target="/ppt/slides/slide6.xml" Id="Raf76c68846f04633" /><Relationship Type="http://schemas.openxmlformats.org/officeDocument/2006/relationships/slide" Target="/ppt/slides/slide7.xml" Id="Re81e4290d26c4111" /><Relationship Type="http://schemas.openxmlformats.org/officeDocument/2006/relationships/slide" Target="/ppt/slides/slide8.xml" Id="R95fc8589c05e48da" /><Relationship Type="http://schemas.openxmlformats.org/officeDocument/2006/relationships/slide" Target="/ppt/slides/slide9.xml" Id="Rf3682ad1a34c4149" /><Relationship Type="http://schemas.openxmlformats.org/officeDocument/2006/relationships/slide" Target="/ppt/slides/slide10.xml" Id="R3416336649cd40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dd7ec84224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80eff10c9144d2" /><Relationship Type="http://schemas.openxmlformats.org/officeDocument/2006/relationships/notesMaster" Target="/ppt/notesMasters/notesMaster1.xml" Id="R5d9090d9d24f48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f7124dbb90480b" /><Relationship Type="http://schemas.openxmlformats.org/officeDocument/2006/relationships/notesMaster" Target="/ppt/notesMasters/notesMaster1.xml" Id="R1c8b5b9661cb4c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199ed495724781" /><Relationship Type="http://schemas.openxmlformats.org/officeDocument/2006/relationships/notesMaster" Target="/ppt/notesMasters/notesMaster1.xml" Id="R128c14b8562a4b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93911ae5a74531" /><Relationship Type="http://schemas.openxmlformats.org/officeDocument/2006/relationships/notesMaster" Target="/ppt/notesMasters/notesMaster1.xml" Id="R7cfa0ed3c7bc4e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8c7cf7b1a347d5" /><Relationship Type="http://schemas.openxmlformats.org/officeDocument/2006/relationships/notesMaster" Target="/ppt/notesMasters/notesMaster1.xml" Id="Rfc5c98f19ad043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a8f92455254aed" /><Relationship Type="http://schemas.openxmlformats.org/officeDocument/2006/relationships/notesMaster" Target="/ppt/notesMasters/notesMaster1.xml" Id="R1e420de0270e4a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694010f8b54de0" /><Relationship Type="http://schemas.openxmlformats.org/officeDocument/2006/relationships/notesMaster" Target="/ppt/notesMasters/notesMaster1.xml" Id="Ra0364ef724bf45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fa14b58c9d4889" /><Relationship Type="http://schemas.openxmlformats.org/officeDocument/2006/relationships/notesMaster" Target="/ppt/notesMasters/notesMaster1.xml" Id="Raef643960ca646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d3ec88cc944cd1" /><Relationship Type="http://schemas.openxmlformats.org/officeDocument/2006/relationships/notesMaster" Target="/ppt/notesMasters/notesMaster1.xml" Id="R44fba982ff6843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3429ad513f4649" /><Relationship Type="http://schemas.openxmlformats.org/officeDocument/2006/relationships/notesMaster" Target="/ppt/notesMasters/notesMaster1.xml" Id="R905bf05c758946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Források / továbbtanulás:</a:t>
            </a:r>
          </a:p>
          <a:p xmlns:a="http://schemas.openxmlformats.org/drawingml/2006/main">
            <a:r>
              <a:t>GNU – fájlkezelő parancsok: https://www.gnu.org/software/coreutils/manual/coreutils.html</a:t>
            </a:r>
          </a:p>
          <a:p xmlns:a="http://schemas.openxmlformats.org/drawingml/2006/main">
            <a:r>
              <a:t>GNU Bash – átirányítás: https://www.gnu.org/software/bash/manual/html_node/Redirections.html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Források / továbbtanulás:</a:t>
            </a:r>
          </a:p>
          <a:p xmlns:a="http://schemas.openxmlformats.org/drawingml/2006/main">
            <a:r>
              <a:t>GNU – fájlkezelő parancsok: https://www.gnu.org/software/coreutils/manual/coreutils.html</a:t>
            </a:r>
          </a:p>
          <a:p xmlns:a="http://schemas.openxmlformats.org/drawingml/2006/main">
            <a:r>
              <a:t>GNU Bash – átirányítás: https://www.gnu.org/software/bash/manual/html_node/Redirections.html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Források / továbbtanulás:</a:t>
            </a:r>
          </a:p>
          <a:p xmlns:a="http://schemas.openxmlformats.org/drawingml/2006/main">
            <a:r>
              <a:t>GNU – fájlkezelő parancsok: https://www.gnu.org/software/coreutils/manual/coreutils.html</a:t>
            </a:r>
          </a:p>
          <a:p xmlns:a="http://schemas.openxmlformats.org/drawingml/2006/main">
            <a:r>
              <a:t>GNU Bash – átirányítás: https://www.gnu.org/software/bash/manual/html_node/Redirections.html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Források / továbbtanulás:</a:t>
            </a:r>
          </a:p>
          <a:p xmlns:a="http://schemas.openxmlformats.org/drawingml/2006/main">
            <a:r>
              <a:t>GNU – fájlkezelő parancsok: https://www.gnu.org/software/coreutils/manual/coreutils.html</a:t>
            </a:r>
          </a:p>
          <a:p xmlns:a="http://schemas.openxmlformats.org/drawingml/2006/main">
            <a:r>
              <a:t>GNU Bash – átirányítás: https://www.gnu.org/software/bash/manual/html_node/Redirections.html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Források / továbbtanulás:</a:t>
            </a:r>
          </a:p>
          <a:p xmlns:a="http://schemas.openxmlformats.org/drawingml/2006/main">
            <a:r>
              <a:t>GNU – fájlkezelő parancsok: https://www.gnu.org/software/coreutils/manual/coreutils.html</a:t>
            </a:r>
          </a:p>
          <a:p xmlns:a="http://schemas.openxmlformats.org/drawingml/2006/main">
            <a:r>
              <a:t>GNU Bash – átirányítás: https://www.gnu.org/software/bash/manual/html_node/Redirections.html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Források / továbbtanulás:</a:t>
            </a:r>
          </a:p>
          <a:p xmlns:a="http://schemas.openxmlformats.org/drawingml/2006/main">
            <a:r>
              <a:t>GNU – fájlkezelő parancsok: https://www.gnu.org/software/coreutils/manual/coreutils.html</a:t>
            </a:r>
          </a:p>
          <a:p xmlns:a="http://schemas.openxmlformats.org/drawingml/2006/main">
            <a:r>
              <a:t>GNU Bash – átirányítás: https://www.gnu.org/software/bash/manual/html_node/Redirections.html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Források / továbbtanulás:</a:t>
            </a:r>
          </a:p>
          <a:p xmlns:a="http://schemas.openxmlformats.org/drawingml/2006/main">
            <a:r>
              <a:t>GNU – fájlkezelő parancsok: https://www.gnu.org/software/coreutils/manual/coreutils.html</a:t>
            </a:r>
          </a:p>
          <a:p xmlns:a="http://schemas.openxmlformats.org/drawingml/2006/main">
            <a:r>
              <a:t>GNU Bash – átirányítás: https://www.gnu.org/software/bash/manual/html_node/Redirections.html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Források / továbbtanulás:</a:t>
            </a:r>
          </a:p>
          <a:p xmlns:a="http://schemas.openxmlformats.org/drawingml/2006/main">
            <a:r>
              <a:t>GNU – fájlkezelő parancsok: https://www.gnu.org/software/coreutils/manual/coreutils.html</a:t>
            </a:r>
          </a:p>
          <a:p xmlns:a="http://schemas.openxmlformats.org/drawingml/2006/main">
            <a:r>
              <a:t>GNU Bash – átirányítás: https://www.gnu.org/software/bash/manual/html_node/Redirections.html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Források / továbbtanulás:</a:t>
            </a:r>
          </a:p>
          <a:p xmlns:a="http://schemas.openxmlformats.org/drawingml/2006/main">
            <a:r>
              <a:t>GNU – fájlkezelő parancsok: https://www.gnu.org/software/coreutils/manual/coreutils.html</a:t>
            </a:r>
          </a:p>
          <a:p xmlns:a="http://schemas.openxmlformats.org/drawingml/2006/main">
            <a:r>
              <a:t>GNU Bash – átirányítás: https://www.gnu.org/software/bash/manual/html_node/Redirections.html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Források / továbbtanulás:</a:t>
            </a:r>
          </a:p>
          <a:p xmlns:a="http://schemas.openxmlformats.org/drawingml/2006/main">
            <a:r>
              <a:t>GNU – fájlkezelő parancsok: https://www.gnu.org/software/coreutils/manual/coreutils.html</a:t>
            </a:r>
          </a:p>
          <a:p xmlns:a="http://schemas.openxmlformats.org/drawingml/2006/main">
            <a:r>
              <a:t>GNU Bash – átirányítás: https://www.gnu.org/software/bash/manual/html_node/Redirections.html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a8267aea04e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5dae8031f43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3c7637eed4f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1646a17e647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d20ca419f4f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64553bc0441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7CBFEA6-A59D-46E8-B908-85BDB6B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836D7B-1F93-4361-B83E-35BC89615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94DB25B-1778-4336-8ACF-F0107BF158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2B97EC9-02EC-4C9C-A157-9877A0FB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42376C-1202-44C4-A1EB-1DDA123858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629CDE2-6E1A-4E56-9573-E54E4CA2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5C149C-73BA-4AA0-9951-0777D9476C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BCF636D-7986-499E-8C38-3D2435AAAA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9C82CBF-1218-4566-B173-35188E6D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C6EA17-7795-4E19-AD73-1212D7E2A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564670-BF0D-461A-B4E7-E6772649C3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66B98C-B2DE-4ABF-88C2-F20C2C3809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416A98D-358C-46E4-BD66-D989B0AC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9874B8-FF65-4E79-90A6-D5548D18B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7448C0-D3A3-43DD-A788-AE1D30327D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7208db001a4654" /><Relationship Type="http://schemas.openxmlformats.org/officeDocument/2006/relationships/slideLayout" Target="/ppt/slideLayouts/slideLayout1.xml" Id="Rc8bac7898fc44bed" /><Relationship Type="http://schemas.openxmlformats.org/officeDocument/2006/relationships/slideLayout" Target="/ppt/slideLayouts/slideLayout2.xml" Id="R0fdbd1d56f824082" /><Relationship Type="http://schemas.openxmlformats.org/officeDocument/2006/relationships/slideLayout" Target="/ppt/slideLayouts/slideLayout3.xml" Id="R161a84da26db4822" /><Relationship Type="http://schemas.openxmlformats.org/officeDocument/2006/relationships/slideLayout" Target="/ppt/slideLayouts/slideLayout4.xml" Id="Rb241c02f0c1f49de" /><Relationship Type="http://schemas.openxmlformats.org/officeDocument/2006/relationships/slideLayout" Target="/ppt/slideLayouts/slideLayout5.xml" Id="Rff485fcfcd964b84" /><Relationship Type="http://schemas.openxmlformats.org/officeDocument/2006/relationships/slideLayout" Target="/ppt/slideLayouts/slideLayout6.xml" Id="R007e7fc49d8c4b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ac7898fc44bed"/>
    <p:sldLayoutId xmlns:r="http://schemas.openxmlformats.org/officeDocument/2006/relationships" id="2147483650" r:id="R0fdbd1d56f824082"/>
    <p:sldLayoutId xmlns:r="http://schemas.openxmlformats.org/officeDocument/2006/relationships" id="2147483651" r:id="R161a84da26db4822"/>
    <p:sldLayoutId xmlns:r="http://schemas.openxmlformats.org/officeDocument/2006/relationships" id="2147483652" r:id="Rb241c02f0c1f49de"/>
    <p:sldLayoutId xmlns:r="http://schemas.openxmlformats.org/officeDocument/2006/relationships" id="2147483653" r:id="Rff485fcfcd964b84"/>
    <p:sldLayoutId xmlns:r="http://schemas.openxmlformats.org/officeDocument/2006/relationships" id="2147483654" r:id="R007e7fc49d8c4b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69966d94b40a3" /><Relationship Type="http://schemas.openxmlformats.org/officeDocument/2006/relationships/notesSlide" Target="/ppt/notesSlides/notesSlide1.xml" Id="R012b30c0488f42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97020d9e1427f" /><Relationship Type="http://schemas.openxmlformats.org/officeDocument/2006/relationships/notesSlide" Target="/ppt/notesSlides/notesSlide2.xml" Id="Rec73bb4ebb3a48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aebce6de24c9b" /><Relationship Type="http://schemas.openxmlformats.org/officeDocument/2006/relationships/notesSlide" Target="/ppt/notesSlides/notesSlide3.xml" Id="R81d9666e193644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88620a1094205" /><Relationship Type="http://schemas.openxmlformats.org/officeDocument/2006/relationships/notesSlide" Target="/ppt/notesSlides/notesSlide4.xml" Id="R7fbf0368705347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6a821cd94449f" /><Relationship Type="http://schemas.openxmlformats.org/officeDocument/2006/relationships/notesSlide" Target="/ppt/notesSlides/notesSlide5.xml" Id="Ra858f6c0ea564d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49eb65e6d842fb" /><Relationship Type="http://schemas.openxmlformats.org/officeDocument/2006/relationships/notesSlide" Target="/ppt/notesSlides/notesSlide6.xml" Id="Rc92367479ea049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ed5328bf84ed7" /><Relationship Type="http://schemas.openxmlformats.org/officeDocument/2006/relationships/notesSlide" Target="/ppt/notesSlides/notesSlide7.xml" Id="R8c84e2ebd40643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bf934b85542f5" /><Relationship Type="http://schemas.openxmlformats.org/officeDocument/2006/relationships/notesSlide" Target="/ppt/notesSlides/notesSlide8.xml" Id="R5e80eefa92d549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68deb64dc4c2a" /><Relationship Type="http://schemas.openxmlformats.org/officeDocument/2006/relationships/notesSlide" Target="/ppt/notesSlides/notesSlide9.xml" Id="Rc32df28463b444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6f32dfda74022" /><Relationship Type="http://schemas.openxmlformats.org/officeDocument/2006/relationships/notesSlide" Target="/ppt/notesSlides/notesSlide10.xml" Id="R23433a6159604f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6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0A8E6-1D63-47CD-B729-D3C6B370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C5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DC5F2"/>
                </a:solidFill>
                <a:latin typeface="DejaVu Sans"/>
                <a:ea typeface="DejaVu Sans"/>
                <a:cs typeface="DejaVu Sans"/>
              </a:rPr>
              <a:t>B HÉT · 2026. OKTÓBER 5–9.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E3407-3824-4DD5-B284-53BE3CB7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Terminál: biztos alapok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2648F-6FA5-4956-8502-5FAD6985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DE8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DDE8F5"/>
                </a:solidFill>
                <a:latin typeface="DejaVu Sans"/>
                <a:ea typeface="DejaVu Sans"/>
                <a:cs typeface="DejaVu Sans"/>
              </a:rPr>
              <a:t>Linux alapismeretek • 10.C • 1 tanóra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F34C6-B7E1-421D-BF42-23DBF71A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DC5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DC5F2"/>
                </a:solidFill>
                <a:latin typeface="DejaVu Sans"/>
                <a:ea typeface="DejaVu Sans"/>
                <a:cs typeface="DejaVu Sans"/>
              </a:rPr>
              <a:t>Rövid közös indítás · önálló munka · ellenőrzés</a:t>
            </a:r>
          </a:p>
        </p:txBody>
      </p:sp>
    </p:spTree>
    <p:extLst>
      <p:ext uri="{BB962C8B-B14F-4D97-AF65-F5344CB8AC3E}">
        <p14:creationId xmlns:p14="http://schemas.microsoft.com/office/powerpoint/2010/main" val="1471088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920BC-435B-41E4-844D-958F227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rPr>
              <a:t>Ma gyakorlunk, jövő héten dolgozat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4E86C-6DF3-42F4-BFEA-3E8C3A23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Ezen az órán nincs számonkérés.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A következő Linux-órán alapparancsokból dolgozat.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Ma mindenki kipróbálja és javítja a tudását.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2F1AD-A15C-45AA-8554-4F8F23C5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rPr>
              <a:t>Linux alapismeretek • 10.C • 1 tanóra  |  2 / 10</a:t>
            </a:r>
          </a:p>
        </p:txBody>
      </p:sp>
    </p:spTree>
    <p:extLst>
      <p:ext uri="{BB962C8B-B14F-4D97-AF65-F5344CB8AC3E}">
        <p14:creationId xmlns:p14="http://schemas.microsoft.com/office/powerpoint/2010/main" val="1360148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52DDB-ABB2-4866-81D3-9B4C15F4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rPr>
              <a:t>Hol vagyok, mit látok?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9FE09-9E2F-48A2-B705-9583AF08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pwd: az aktuális könyvtár.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ls: a könyvtár tartalma.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cd: könyvtárváltás.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.. a szülőkönyvtár, ~ a saját könyvtár.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05733-4878-44F6-9705-CDAEE4CA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rPr>
              <a:t>Linux alapismeretek • 10.C • 1 tanóra  |  3 / 10</a:t>
            </a:r>
          </a:p>
        </p:txBody>
      </p:sp>
    </p:spTree>
    <p:extLst>
      <p:ext uri="{BB962C8B-B14F-4D97-AF65-F5344CB8AC3E}">
        <p14:creationId xmlns:p14="http://schemas.microsoft.com/office/powerpoint/2010/main" val="1917615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C7B96-1FEB-47C2-A231-463B6C2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rPr>
              <a:t>Létrehozás és tartalom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91B02-08DE-4B2D-A7EA-C338752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820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mkdir: könyvtár. touch: fájl létrehozása is.</a:t>
            </a:r>
          </a:p>
          <a:p xmlns:a="http://schemas.openxmlformats.org/drawingml/2006/main">
            <a:pPr>
              <a:def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echo + &gt;: kiírás fájlba, felülírhat.</a:t>
            </a:r>
          </a:p>
          <a:p xmlns:a="http://schemas.openxmlformats.org/drawingml/2006/main">
            <a:pPr>
              <a:def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cat: fájltartalom megjelenítése.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7AF54-350C-4BB3-9686-FB37DCC4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rPr>
              <a:t>mkdir jegyzetek</a:t>
            </a:r>
          </a:p>
          <a:p xmlns:a="http://schemas.openxmlformats.org/drawingml/2006/main">
            <a:pPr>
              <a:def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rPr>
              <a:t>touch jegyzetek/proba.txt</a:t>
            </a:r>
          </a:p>
          <a:p xmlns:a="http://schemas.openxmlformats.org/drawingml/2006/main">
            <a:pPr>
              <a:def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rPr>
              <a:t>echo "Linux gyakorlas" &gt; jegyzetek/proba.txt</a:t>
            </a:r>
          </a:p>
          <a:p xmlns:a="http://schemas.openxmlformats.org/drawingml/2006/main">
            <a:pPr>
              <a:def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rPr>
              <a:t>cat jegyzetek/proba.txt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EF414-6F97-4443-8529-081CCAA1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rPr>
              <a:t>Linux alapismeretek • 10.C • 1 tanóra  |  4 / 10</a:t>
            </a:r>
          </a:p>
        </p:txBody>
      </p:sp>
    </p:spTree>
    <p:extLst>
      <p:ext uri="{BB962C8B-B14F-4D97-AF65-F5344CB8AC3E}">
        <p14:creationId xmlns:p14="http://schemas.microsoft.com/office/powerpoint/2010/main" val="436393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AD8FC-F730-440A-A1E5-E2AA0C60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rPr>
              <a:t>Másolás és mozgatás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27346-7139-4331-AF30-2821FF95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820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cp: az eredeti megmarad.</a:t>
            </a:r>
          </a:p>
          <a:p xmlns:a="http://schemas.openxmlformats.org/drawingml/2006/main">
            <a:pPr>
              <a:def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mv: mozgatás vagy átnevezés.</a:t>
            </a:r>
          </a:p>
          <a:p xmlns:a="http://schemas.openxmlformats.org/drawingml/2006/main">
            <a:pPr>
              <a:def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Mindig tudd, melyik az eredeti és a cél.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8ACB9-FD67-43BD-B01A-9379B400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rPr>
              <a:t>cp jegyzetek/proba.txt mentes/proba.txt</a:t>
            </a:r>
          </a:p>
          <a:p xmlns:a="http://schemas.openxmlformats.org/drawingml/2006/main">
            <a:pPr>
              <a:def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rPr>
              <a:t>mv mentes/proba.txt mentes/proba_mentes.txt</a:t>
            </a:r>
          </a:p>
          <a:p xmlns:a="http://schemas.openxmlformats.org/drawingml/2006/main">
            <a:pPr>
              <a:def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rPr>
              <a:t>ls jegyzetek</a:t>
            </a:r>
          </a:p>
          <a:p xmlns:a="http://schemas.openxmlformats.org/drawingml/2006/main">
            <a:pPr>
              <a:def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rPr>
              <a:t>ls mentes</a:t>
            </a:r>
          </a:p>
          <a:p xmlns:a="http://schemas.openxmlformats.org/drawingml/2006/main">
            <a:pPr>
              <a:def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1A4D86"/>
                </a:solidFill>
                <a:latin typeface="DejaVu Sans Mono"/>
                <a:ea typeface="DejaVu Sans Mono"/>
                <a:cs typeface="DejaVu Sans Mono"/>
              </a:rPr>
              <a:t>cat mentes/proba_mentes.txt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3D1D9-702F-4FB7-96BF-0F899DCA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rPr>
              <a:t>Linux alapismeretek • 10.C • 1 tanóra  |  5 / 10</a:t>
            </a:r>
          </a:p>
        </p:txBody>
      </p:sp>
    </p:spTree>
    <p:extLst>
      <p:ext uri="{BB962C8B-B14F-4D97-AF65-F5344CB8AC3E}">
        <p14:creationId xmlns:p14="http://schemas.microsoft.com/office/powerpoint/2010/main" val="2044997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F5E3D-11D3-48FC-A1CA-82F34478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rPr>
              <a:t>Törlés: csak a gyakorlómappában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DA0E9-6CB0-4026-B417-9A82D633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rm -i: fájltörlés megerősítéssel.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rmdir: üres könyvtár törlése.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Törlés előtt pwd és ls.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Ehhez nem kell sudo.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3ECD7-4B16-48C5-B2A8-03BD5CD1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rPr>
              <a:t>Linux alapismeretek • 10.C • 1 tanóra  |  6 / 10</a:t>
            </a:r>
          </a:p>
        </p:txBody>
      </p:sp>
    </p:spTree>
    <p:extLst>
      <p:ext uri="{BB962C8B-B14F-4D97-AF65-F5344CB8AC3E}">
        <p14:creationId xmlns:p14="http://schemas.microsoft.com/office/powerpoint/2010/main" val="20292887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BBF16-83D1-46BF-BB95-45FB5C91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rPr>
              <a:t>Önálló gyakorlókör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0FA0D-8010-4E22-9F04-959A001B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Dolgozz a Feladatlap lépései szerint.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Minden lépés után ellenőrizd az eredményt.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A végére két azonos tartalmú fájl maradjon.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Írd le a parancsokat, ne csak a végállapotot.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5C9E5-8AD3-4323-AEF8-CD9B77FD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rPr>
              <a:t>Linux alapismeretek • 10.C • 1 tanóra  |  7 / 10</a:t>
            </a:r>
          </a:p>
        </p:txBody>
      </p:sp>
    </p:spTree>
    <p:extLst>
      <p:ext uri="{BB962C8B-B14F-4D97-AF65-F5344CB8AC3E}">
        <p14:creationId xmlns:p14="http://schemas.microsoft.com/office/powerpoint/2010/main" val="1993367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FF448-BDEB-459B-AC55-0260226F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rPr>
              <a:t>Négy tipikus hiba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4D189-9728-443F-9606-A63AEB52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No such file: rossz név vagy rossz hely.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Is a directory: fájl helyett könyvtárat adtál.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Directory not empty: rmdir csak üresre jó.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Permission denied: előbb vizsgáld meg az utat.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3AF5D-56BF-4608-8A19-708BBE7A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rPr>
              <a:t>Linux alapismeretek • 10.C • 1 tanóra  |  8 / 10</a:t>
            </a:r>
          </a:p>
        </p:txBody>
      </p:sp>
    </p:spTree>
    <p:extLst>
      <p:ext uri="{BB962C8B-B14F-4D97-AF65-F5344CB8AC3E}">
        <p14:creationId xmlns:p14="http://schemas.microsoft.com/office/powerpoint/2010/main" val="6829018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3A0D2-6F69-4894-94FA-2BC45B90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rPr>
              <a:t>Próbakérdések, tét nélkül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CC23B-5B00-41D5-AE1D-3C3A7736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Mi a különbség cp és mv között?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Mit tesz a &gt; egy létező fájllal?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Miért nem töröl a rmdir egy teli mappát?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Mit ellenőrzöl törlés előtt?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F017D-13D9-4077-9850-DA51FF28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rPr>
              <a:t>Linux alapismeretek • 10.C • 1 tanóra  |  9 / 10</a:t>
            </a:r>
          </a:p>
        </p:txBody>
      </p:sp>
    </p:spTree>
    <p:extLst>
      <p:ext uri="{BB962C8B-B14F-4D97-AF65-F5344CB8AC3E}">
        <p14:creationId xmlns:p14="http://schemas.microsoft.com/office/powerpoint/2010/main" val="7842672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E5A04-FD07-4D37-8C79-7CC70354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C2637"/>
                </a:solidFill>
                <a:latin typeface="DejaVu Sans"/>
                <a:ea typeface="DejaVu Sans"/>
                <a:cs typeface="DejaVu Sans"/>
              </a:rPr>
              <a:t>A következő heti dolgozat köre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BEB0F-0C0C-4236-AB66-F4B7997A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pwd, ls, cd, mkdir, touch.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echo és &gt;, cat, cp, mv.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rm -i, rmdir; man használata.</a:t>
            </a:r>
          </a:p>
          <a:p xmlns:a="http://schemas.openxmlformats.org/drawingml/2006/main">
            <a:pPr>
              <a:def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5364C"/>
                </a:solidFill>
                <a:latin typeface="DejaVu Sans"/>
                <a:ea typeface="DejaVu Sans"/>
                <a:cs typeface="DejaVu Sans"/>
              </a:rPr>
              <a:t>Relatív út, .., ~; sudo jelentése.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B3449-735F-48AE-BAA4-41EF6B19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27388"/>
                </a:solidFill>
                <a:latin typeface="DejaVu Sans"/>
                <a:ea typeface="DejaVu Sans"/>
                <a:cs typeface="DejaVu Sans"/>
              </a:rPr>
              <a:t>Linux alapismeretek • 10.C • 1 tanóra  |  10 / 10</a:t>
            </a:r>
          </a:p>
        </p:txBody>
      </p:sp>
    </p:spTree>
    <p:extLst>
      <p:ext uri="{BB962C8B-B14F-4D97-AF65-F5344CB8AC3E}">
        <p14:creationId xmlns:p14="http://schemas.microsoft.com/office/powerpoint/2010/main" val="354754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2026-10-04T17:49:05.4770000Z</dcterms:created>
  <dcterms:modified xsi:type="dcterms:W3CDTF">2026-10-04T17:49:05.4770000Z</dcterms:modified>
</coreProperties>
</file>